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4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4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F36-6017-ADF5-FA5C-D9985ACD7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13BAC-955A-A726-1AD4-F491A41D8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3C45-BAEA-E5E5-3B04-029170FF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84EA-7E09-206B-1B72-FD7F7C06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C19E8-CFCB-922B-C0ED-3F3F95D6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5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D67E-9E11-7AAD-55AF-2691380D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70359-C1BA-267B-708D-E7FBB4490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09ED-FD42-9D13-94D6-A4E60E4E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D4F8-3FE8-012A-8FEB-04BB783E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A18EB-B5CE-9B01-3E75-EE84E4D9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2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0A3D-33BB-6D89-DDBB-D1FE72E4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2615F-BF53-53AB-59E2-0D01765E7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E3DB6-3D2F-0D5E-E2A6-1B18D62C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41148-7A69-C2CC-428C-3DD3FB2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7D58F-DE2C-B3EC-F3B6-B44F7203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3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E16B-4D95-9D76-E42E-33AAF91B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32617-F795-4C57-762C-C6FE3D1DD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3BEA8-D222-4AA7-CB26-3A0772DEC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4E633-B207-413D-5949-56B24A9F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38C49-2D3A-CE1F-1DDC-8DD7F9A4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6164B-0DA4-0E9D-B7D2-FF2D089D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0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174D-FC03-3D24-6FDB-A16DDB5E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6C40F-8D56-EE91-3516-5BE26FA35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11B14-47C7-A654-5152-5A2490F0D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CAE91-ABAC-4815-1FC2-E3294A595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BA43F-AB87-1BB0-7962-1C4F32F49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D6D1F-AB55-BD30-FA1E-3C5DF4E3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9E7588-421A-7AF7-94C0-3AE9F1E5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74E83-82B2-17BC-2644-36443F81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9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658E-8176-CDFC-02EE-3B61B39B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987C9-9585-F7BD-36BB-2867993A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6941F-4A44-BFED-ED0E-4DB27A32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A2014-BF97-0810-D8C9-561B92F6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1A752-C417-EE9F-B021-80208ED9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B63A1-A710-A74A-7020-2838DC5D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D207D-A40D-A1F0-AA69-20715E69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1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4292-45B0-3381-32B7-939A42E6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1A37-AFF0-F5DE-FDCC-08B31CBA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BF6D1-2DA5-23DD-83A2-C6B99E160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FC9FD-2C67-6252-4335-2B899671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32220-579B-2F68-14F8-EE38399D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36BC3-5E2C-9810-F91C-B05D134C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9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A4C7-F9CD-87C9-DA42-D477F2D1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9D6E8-EE15-0872-E83A-65CA8C8D7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28FE0-7FDD-CDEF-5303-93DDA27C6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0BF73-63C1-5A1C-0D62-04A68AC8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534D0-CB14-E943-6B14-6F4D68B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6AE79-9E21-5634-B37A-72B5A2A7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4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E407-0890-98F6-0C7F-C5AC2773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24332-A5DA-6C93-B945-E8E5D5AE9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9FC5-24AD-308D-8B1A-0770A272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B9DCA-6DBF-D11B-04BE-C8DD5580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9E306-B20A-1A6C-CC96-59044DD0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5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9F8F9-B555-E1B9-3226-66CD12C61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8531A-273D-50AF-D2A4-5D452BBA0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3730F-592C-AFDC-F33A-41FB7502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518A-8C01-C7F5-E7CB-DF918C1D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20798-05F0-9536-A05A-314349B0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1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02B6B-E121-20E7-8047-43684DD0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81054-4623-E4E7-F2FF-F586C6426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D0E5-936E-9170-87CA-798C15C66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B47C5-D0FF-4843-B780-D334D8E18D5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DB54F-2D2A-A7B8-A4A1-BA7958F2D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57E9F-1FB7-A99E-07E0-AC5925E17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F2E23-2EC7-4344-9FEE-E94F5C78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0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B1AF35-F60D-FC78-9492-5B558707E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62750" cy="6858000"/>
          </a:xfrm>
          <a:prstGeom prst="rect">
            <a:avLst/>
          </a:prstGeom>
        </p:spPr>
      </p:pic>
      <p:sp>
        <p:nvSpPr>
          <p:cNvPr id="8" name="Callout: Double Bent Line 7">
            <a:extLst>
              <a:ext uri="{FF2B5EF4-FFF2-40B4-BE49-F238E27FC236}">
                <a16:creationId xmlns:a16="http://schemas.microsoft.com/office/drawing/2014/main" id="{590DECBE-120A-C2D8-E013-00103A37112F}"/>
              </a:ext>
            </a:extLst>
          </p:cNvPr>
          <p:cNvSpPr/>
          <p:nvPr/>
        </p:nvSpPr>
        <p:spPr>
          <a:xfrm>
            <a:off x="998113" y="115911"/>
            <a:ext cx="1249250" cy="11591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413290"/>
              <a:gd name="adj8" fmla="val 6280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name of the node</a:t>
            </a:r>
          </a:p>
        </p:txBody>
      </p:sp>
      <p:sp>
        <p:nvSpPr>
          <p:cNvPr id="9" name="Callout: Double Bent Line 8">
            <a:extLst>
              <a:ext uri="{FF2B5EF4-FFF2-40B4-BE49-F238E27FC236}">
                <a16:creationId xmlns:a16="http://schemas.microsoft.com/office/drawing/2014/main" id="{2C535E8B-6854-B790-4365-AD7FFBE3146F}"/>
              </a:ext>
            </a:extLst>
          </p:cNvPr>
          <p:cNvSpPr/>
          <p:nvPr/>
        </p:nvSpPr>
        <p:spPr>
          <a:xfrm>
            <a:off x="3043707" y="1066802"/>
            <a:ext cx="742682" cy="12449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694517"/>
              <a:gd name="adj8" fmla="val -69462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pin</a:t>
            </a:r>
          </a:p>
        </p:txBody>
      </p:sp>
      <p:sp>
        <p:nvSpPr>
          <p:cNvPr id="11" name="Callout: Double Bent Line 10">
            <a:extLst>
              <a:ext uri="{FF2B5EF4-FFF2-40B4-BE49-F238E27FC236}">
                <a16:creationId xmlns:a16="http://schemas.microsoft.com/office/drawing/2014/main" id="{8F8891E2-5542-7C29-6570-F8F8B8EF2DE9}"/>
              </a:ext>
            </a:extLst>
          </p:cNvPr>
          <p:cNvSpPr/>
          <p:nvPr/>
        </p:nvSpPr>
        <p:spPr>
          <a:xfrm>
            <a:off x="3043707" y="1335112"/>
            <a:ext cx="794197" cy="12449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637619"/>
              <a:gd name="adj8" fmla="val -6138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Output pin</a:t>
            </a:r>
          </a:p>
        </p:txBody>
      </p:sp>
      <p:sp>
        <p:nvSpPr>
          <p:cNvPr id="12" name="Callout: Double Bent Line 11">
            <a:extLst>
              <a:ext uri="{FF2B5EF4-FFF2-40B4-BE49-F238E27FC236}">
                <a16:creationId xmlns:a16="http://schemas.microsoft.com/office/drawing/2014/main" id="{22B0B696-EC0D-1C26-E334-CBB429656284}"/>
              </a:ext>
            </a:extLst>
          </p:cNvPr>
          <p:cNvSpPr/>
          <p:nvPr/>
        </p:nvSpPr>
        <p:spPr>
          <a:xfrm>
            <a:off x="7240073" y="315532"/>
            <a:ext cx="950890" cy="154547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204711"/>
              <a:gd name="adj8" fmla="val -1075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group node…</a:t>
            </a:r>
          </a:p>
        </p:txBody>
      </p:sp>
      <p:sp>
        <p:nvSpPr>
          <p:cNvPr id="13" name="Callout: Double Bent Line 12">
            <a:extLst>
              <a:ext uri="{FF2B5EF4-FFF2-40B4-BE49-F238E27FC236}">
                <a16:creationId xmlns:a16="http://schemas.microsoft.com/office/drawing/2014/main" id="{471BAC00-37A5-8637-998B-313C8D36AF94}"/>
              </a:ext>
            </a:extLst>
          </p:cNvPr>
          <p:cNvSpPr/>
          <p:nvPr/>
        </p:nvSpPr>
        <p:spPr>
          <a:xfrm>
            <a:off x="7252952" y="661117"/>
            <a:ext cx="938011" cy="12449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720378"/>
              <a:gd name="adj8" fmla="val -41277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…expanded</a:t>
            </a:r>
          </a:p>
        </p:txBody>
      </p:sp>
      <p:sp>
        <p:nvSpPr>
          <p:cNvPr id="14" name="Callout: Double Bent Line 13">
            <a:extLst>
              <a:ext uri="{FF2B5EF4-FFF2-40B4-BE49-F238E27FC236}">
                <a16:creationId xmlns:a16="http://schemas.microsoft.com/office/drawing/2014/main" id="{5C18EF10-7BEB-64CD-D333-E4B98615ED66}"/>
              </a:ext>
            </a:extLst>
          </p:cNvPr>
          <p:cNvSpPr/>
          <p:nvPr/>
        </p:nvSpPr>
        <p:spPr>
          <a:xfrm>
            <a:off x="3043707" y="2781842"/>
            <a:ext cx="1268570" cy="45290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207741"/>
              <a:gd name="adj8" fmla="val -81452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Inputs and outputs can be grouped in interfaces</a:t>
            </a:r>
          </a:p>
        </p:txBody>
      </p:sp>
      <p:sp>
        <p:nvSpPr>
          <p:cNvPr id="2" name="Callout: Double Bent Line 1">
            <a:extLst>
              <a:ext uri="{FF2B5EF4-FFF2-40B4-BE49-F238E27FC236}">
                <a16:creationId xmlns:a16="http://schemas.microsoft.com/office/drawing/2014/main" id="{8033E47A-836A-DB44-653E-D9256EB157ED}"/>
              </a:ext>
            </a:extLst>
          </p:cNvPr>
          <p:cNvSpPr/>
          <p:nvPr/>
        </p:nvSpPr>
        <p:spPr>
          <a:xfrm>
            <a:off x="4664298" y="5445622"/>
            <a:ext cx="1800895" cy="15024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52942"/>
              <a:gd name="adj6" fmla="val -16151"/>
              <a:gd name="adj7" fmla="val 207741"/>
              <a:gd name="adj8" fmla="val -81452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Nodes can be small or large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EBF28405-DE04-84AD-356F-00326CCB124E}"/>
              </a:ext>
            </a:extLst>
          </p:cNvPr>
          <p:cNvCxnSpPr/>
          <p:nvPr/>
        </p:nvCxnSpPr>
        <p:spPr>
          <a:xfrm rot="16200000" flipV="1">
            <a:off x="5885646" y="4739425"/>
            <a:ext cx="1107583" cy="360609"/>
          </a:xfrm>
          <a:prstGeom prst="bentConnector3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27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Verstraete</dc:creator>
  <cp:lastModifiedBy>Sam Verstraete</cp:lastModifiedBy>
  <cp:revision>2</cp:revision>
  <dcterms:created xsi:type="dcterms:W3CDTF">2025-07-13T10:48:29Z</dcterms:created>
  <dcterms:modified xsi:type="dcterms:W3CDTF">2025-09-24T16:59:43Z</dcterms:modified>
</cp:coreProperties>
</file>